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0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6DC81-E744-403A-9AD4-9968AFDD0091}" type="datetimeFigureOut">
              <a:rPr lang="en-US" smtClean="0"/>
              <a:t>11/17/2020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ACBBA-B95F-4F01-8171-E29DD9E7B8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3326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6DC81-E744-403A-9AD4-9968AFDD0091}" type="datetimeFigureOut">
              <a:rPr lang="en-US" smtClean="0"/>
              <a:t>11/17/2020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ACBBA-B95F-4F01-8171-E29DD9E7B8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17060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6DC81-E744-403A-9AD4-9968AFDD0091}" type="datetimeFigureOut">
              <a:rPr lang="en-US" smtClean="0"/>
              <a:t>11/17/2020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ACBBA-B95F-4F01-8171-E29DD9E7B8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7095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6DC81-E744-403A-9AD4-9968AFDD0091}" type="datetimeFigureOut">
              <a:rPr lang="en-US" smtClean="0"/>
              <a:t>11/17/2020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ACBBA-B95F-4F01-8171-E29DD9E7B8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28624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6DC81-E744-403A-9AD4-9968AFDD0091}" type="datetimeFigureOut">
              <a:rPr lang="en-US" smtClean="0"/>
              <a:t>11/17/2020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ACBBA-B95F-4F01-8171-E29DD9E7B8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93430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6DC81-E744-403A-9AD4-9968AFDD0091}" type="datetimeFigureOut">
              <a:rPr lang="en-US" smtClean="0"/>
              <a:t>11/17/2020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ACBBA-B95F-4F01-8171-E29DD9E7B8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923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6DC81-E744-403A-9AD4-9968AFDD0091}" type="datetimeFigureOut">
              <a:rPr lang="en-US" smtClean="0"/>
              <a:t>11/17/2020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ACBBA-B95F-4F01-8171-E29DD9E7B8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2380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6DC81-E744-403A-9AD4-9968AFDD0091}" type="datetimeFigureOut">
              <a:rPr lang="en-US" smtClean="0"/>
              <a:t>11/17/2020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ACBBA-B95F-4F01-8171-E29DD9E7B8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097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6DC81-E744-403A-9AD4-9968AFDD0091}" type="datetimeFigureOut">
              <a:rPr lang="en-US" smtClean="0"/>
              <a:t>11/17/2020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ACBBA-B95F-4F01-8171-E29DD9E7B8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2018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6DC81-E744-403A-9AD4-9968AFDD0091}" type="datetimeFigureOut">
              <a:rPr lang="en-US" smtClean="0"/>
              <a:t>11/17/2020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ACBBA-B95F-4F01-8171-E29DD9E7B8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0833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6DC81-E744-403A-9AD4-9968AFDD0091}" type="datetimeFigureOut">
              <a:rPr lang="en-US" smtClean="0"/>
              <a:t>11/17/2020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ACBBA-B95F-4F01-8171-E29DD9E7B8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0116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66DC81-E744-403A-9AD4-9968AFDD0091}" type="datetimeFigureOut">
              <a:rPr lang="en-US" smtClean="0"/>
              <a:t>11/17/2020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DACBBA-B95F-4F01-8171-E29DD9E7B8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5537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1312333" y="567267"/>
            <a:ext cx="270934" cy="880533"/>
            <a:chOff x="1312333" y="567267"/>
            <a:chExt cx="270934" cy="880533"/>
          </a:xfrm>
        </p:grpSpPr>
        <p:sp>
          <p:nvSpPr>
            <p:cNvPr id="5" name="Oval 4"/>
            <p:cNvSpPr/>
            <p:nvPr/>
          </p:nvSpPr>
          <p:spPr>
            <a:xfrm>
              <a:off x="1312333" y="567267"/>
              <a:ext cx="270934" cy="254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" name="Straight Connector 6"/>
            <p:cNvCxnSpPr>
              <a:stCxn id="5" idx="4"/>
            </p:cNvCxnSpPr>
            <p:nvPr/>
          </p:nvCxnSpPr>
          <p:spPr>
            <a:xfrm>
              <a:off x="1447800" y="821267"/>
              <a:ext cx="0" cy="350308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312333" y="1171575"/>
              <a:ext cx="135467" cy="276225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>
              <a:off x="1447800" y="1171575"/>
              <a:ext cx="135467" cy="276225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 flipH="1">
              <a:off x="1312333" y="1009650"/>
              <a:ext cx="270934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/>
          <p:cNvGrpSpPr/>
          <p:nvPr/>
        </p:nvGrpSpPr>
        <p:grpSpPr>
          <a:xfrm>
            <a:off x="2062303" y="4935533"/>
            <a:ext cx="270934" cy="880533"/>
            <a:chOff x="1312333" y="567267"/>
            <a:chExt cx="270934" cy="880533"/>
          </a:xfrm>
        </p:grpSpPr>
        <p:sp>
          <p:nvSpPr>
            <p:cNvPr id="20" name="Oval 19"/>
            <p:cNvSpPr/>
            <p:nvPr/>
          </p:nvSpPr>
          <p:spPr>
            <a:xfrm>
              <a:off x="1312333" y="567267"/>
              <a:ext cx="270934" cy="254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1" name="Straight Connector 20"/>
            <p:cNvCxnSpPr>
              <a:stCxn id="20" idx="4"/>
            </p:cNvCxnSpPr>
            <p:nvPr/>
          </p:nvCxnSpPr>
          <p:spPr>
            <a:xfrm>
              <a:off x="1447800" y="821267"/>
              <a:ext cx="0" cy="350308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 flipH="1">
              <a:off x="1312333" y="1171575"/>
              <a:ext cx="135467" cy="276225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>
              <a:off x="1447800" y="1171575"/>
              <a:ext cx="135467" cy="276225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 flipH="1">
              <a:off x="1312333" y="1009650"/>
              <a:ext cx="270934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Group 24"/>
          <p:cNvGrpSpPr/>
          <p:nvPr/>
        </p:nvGrpSpPr>
        <p:grpSpPr>
          <a:xfrm>
            <a:off x="5967752" y="694267"/>
            <a:ext cx="270934" cy="880533"/>
            <a:chOff x="1312333" y="567267"/>
            <a:chExt cx="270934" cy="880533"/>
          </a:xfrm>
        </p:grpSpPr>
        <p:sp>
          <p:nvSpPr>
            <p:cNvPr id="26" name="Oval 25"/>
            <p:cNvSpPr/>
            <p:nvPr/>
          </p:nvSpPr>
          <p:spPr>
            <a:xfrm>
              <a:off x="1312333" y="567267"/>
              <a:ext cx="270934" cy="254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7" name="Straight Connector 26"/>
            <p:cNvCxnSpPr>
              <a:stCxn id="26" idx="4"/>
            </p:cNvCxnSpPr>
            <p:nvPr/>
          </p:nvCxnSpPr>
          <p:spPr>
            <a:xfrm>
              <a:off x="1447800" y="821267"/>
              <a:ext cx="0" cy="350308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 flipH="1">
              <a:off x="1312333" y="1171575"/>
              <a:ext cx="135467" cy="276225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1447800" y="1171575"/>
              <a:ext cx="135467" cy="276225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 flipH="1">
              <a:off x="1312333" y="1009650"/>
              <a:ext cx="270934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Rectangle 30"/>
          <p:cNvSpPr/>
          <p:nvPr/>
        </p:nvSpPr>
        <p:spPr>
          <a:xfrm>
            <a:off x="3021529" y="2401370"/>
            <a:ext cx="1443789" cy="11863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Web</a:t>
            </a:r>
          </a:p>
          <a:p>
            <a:pPr algn="ctr"/>
            <a:r>
              <a:rPr lang="en-US" dirty="0" smtClean="0"/>
              <a:t>Mail</a:t>
            </a:r>
            <a:endParaRPr lang="en-US" dirty="0"/>
          </a:p>
        </p:txBody>
      </p:sp>
      <p:sp>
        <p:nvSpPr>
          <p:cNvPr id="32" name="TextBox 31"/>
          <p:cNvSpPr txBox="1"/>
          <p:nvPr/>
        </p:nvSpPr>
        <p:spPr>
          <a:xfrm>
            <a:off x="923223" y="103744"/>
            <a:ext cx="1049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User A</a:t>
            </a:r>
            <a:endParaRPr lang="en-US" dirty="0"/>
          </a:p>
        </p:txBody>
      </p:sp>
      <p:sp>
        <p:nvSpPr>
          <p:cNvPr id="33" name="TextBox 32"/>
          <p:cNvSpPr txBox="1"/>
          <p:nvPr/>
        </p:nvSpPr>
        <p:spPr>
          <a:xfrm>
            <a:off x="1751799" y="5977990"/>
            <a:ext cx="1049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User B</a:t>
            </a:r>
            <a:endParaRPr lang="en-US" dirty="0"/>
          </a:p>
        </p:txBody>
      </p:sp>
      <p:sp>
        <p:nvSpPr>
          <p:cNvPr id="34" name="TextBox 33"/>
          <p:cNvSpPr txBox="1"/>
          <p:nvPr/>
        </p:nvSpPr>
        <p:spPr>
          <a:xfrm>
            <a:off x="5712593" y="250586"/>
            <a:ext cx="1049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User C</a:t>
            </a:r>
            <a:endParaRPr lang="en-US" dirty="0"/>
          </a:p>
        </p:txBody>
      </p:sp>
      <p:cxnSp>
        <p:nvCxnSpPr>
          <p:cNvPr id="36" name="Straight Arrow Connector 35"/>
          <p:cNvCxnSpPr/>
          <p:nvPr/>
        </p:nvCxnSpPr>
        <p:spPr>
          <a:xfrm>
            <a:off x="1838425" y="1436687"/>
            <a:ext cx="962527" cy="8637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 flipH="1">
            <a:off x="4600785" y="1447800"/>
            <a:ext cx="1231500" cy="9535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 flipV="1">
            <a:off x="2496952" y="3782728"/>
            <a:ext cx="588167" cy="12951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2111498" y="1171059"/>
            <a:ext cx="16223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1. Register</a:t>
            </a:r>
          </a:p>
          <a:p>
            <a:r>
              <a:rPr lang="en-US" dirty="0" smtClean="0"/>
              <a:t>7. Email to C</a:t>
            </a:r>
            <a:endParaRPr lang="en-US" dirty="0"/>
          </a:p>
        </p:txBody>
      </p:sp>
      <p:sp>
        <p:nvSpPr>
          <p:cNvPr id="43" name="TextBox 42"/>
          <p:cNvSpPr txBox="1"/>
          <p:nvPr/>
        </p:nvSpPr>
        <p:spPr>
          <a:xfrm>
            <a:off x="4098779" y="1062305"/>
            <a:ext cx="16394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3. Register</a:t>
            </a:r>
          </a:p>
          <a:p>
            <a:r>
              <a:rPr lang="en-US" dirty="0" smtClean="0"/>
              <a:t>11. Email to B</a:t>
            </a:r>
            <a:endParaRPr lang="en-US" dirty="0"/>
          </a:p>
        </p:txBody>
      </p:sp>
      <p:sp>
        <p:nvSpPr>
          <p:cNvPr id="44" name="TextBox 43"/>
          <p:cNvSpPr txBox="1"/>
          <p:nvPr/>
        </p:nvSpPr>
        <p:spPr>
          <a:xfrm>
            <a:off x="1448131" y="3725380"/>
            <a:ext cx="14334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5. Register</a:t>
            </a:r>
          </a:p>
          <a:p>
            <a:r>
              <a:rPr lang="en-US" dirty="0" smtClean="0"/>
              <a:t>9. Email to A</a:t>
            </a:r>
            <a:endParaRPr lang="en-US" dirty="0"/>
          </a:p>
        </p:txBody>
      </p:sp>
      <p:sp>
        <p:nvSpPr>
          <p:cNvPr id="45" name="TextBox 44"/>
          <p:cNvSpPr txBox="1"/>
          <p:nvPr/>
        </p:nvSpPr>
        <p:spPr>
          <a:xfrm>
            <a:off x="778843" y="1905886"/>
            <a:ext cx="17466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  <a:r>
              <a:rPr lang="en-US" dirty="0" smtClean="0"/>
              <a:t>. Session</a:t>
            </a:r>
          </a:p>
          <a:p>
            <a:r>
              <a:rPr lang="en-US" dirty="0" smtClean="0"/>
              <a:t>10. Email from B</a:t>
            </a:r>
            <a:endParaRPr lang="en-US" dirty="0"/>
          </a:p>
        </p:txBody>
      </p:sp>
      <p:cxnSp>
        <p:nvCxnSpPr>
          <p:cNvPr id="46" name="Straight Arrow Connector 45"/>
          <p:cNvCxnSpPr/>
          <p:nvPr/>
        </p:nvCxnSpPr>
        <p:spPr>
          <a:xfrm flipH="1" flipV="1">
            <a:off x="1751799" y="1558596"/>
            <a:ext cx="952055" cy="8309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/>
          <p:nvPr/>
        </p:nvCxnSpPr>
        <p:spPr>
          <a:xfrm flipV="1">
            <a:off x="4702989" y="1664926"/>
            <a:ext cx="1129296" cy="9002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/>
          <p:nvPr/>
        </p:nvCxnSpPr>
        <p:spPr>
          <a:xfrm flipH="1">
            <a:off x="2609092" y="3813794"/>
            <a:ext cx="605746" cy="13515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5375396" y="1934746"/>
            <a:ext cx="16799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4. Session</a:t>
            </a:r>
          </a:p>
          <a:p>
            <a:r>
              <a:rPr lang="en-US" dirty="0" smtClean="0"/>
              <a:t>8. Email from A</a:t>
            </a:r>
            <a:endParaRPr lang="en-US" dirty="0"/>
          </a:p>
        </p:txBody>
      </p:sp>
      <p:sp>
        <p:nvSpPr>
          <p:cNvPr id="54" name="TextBox 53"/>
          <p:cNvSpPr txBox="1"/>
          <p:nvPr/>
        </p:nvSpPr>
        <p:spPr>
          <a:xfrm>
            <a:off x="3011882" y="4216938"/>
            <a:ext cx="17911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6. Session</a:t>
            </a:r>
          </a:p>
          <a:p>
            <a:r>
              <a:rPr lang="en-US" dirty="0" smtClean="0"/>
              <a:t>12. Email from 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76240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8278489" y="5063221"/>
            <a:ext cx="1161288" cy="505832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File Interface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232280" y="1811702"/>
            <a:ext cx="1048733" cy="4300340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View Interface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2752379" y="3965602"/>
            <a:ext cx="1048733" cy="587947"/>
          </a:xfrm>
          <a:prstGeom prst="rect">
            <a:avLst/>
          </a:prstGeom>
          <a:solidFill>
            <a:srgbClr val="FF993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Tool</a:t>
            </a:r>
          </a:p>
          <a:p>
            <a:pPr algn="ctr"/>
            <a:r>
              <a:rPr lang="en-US" b="1" dirty="0" smtClean="0">
                <a:solidFill>
                  <a:schemeClr val="tx1"/>
                </a:solidFill>
              </a:rPr>
              <a:t>Interface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5260618" y="3854902"/>
            <a:ext cx="1161288" cy="587945"/>
          </a:xfrm>
          <a:prstGeom prst="rect">
            <a:avLst/>
          </a:prstGeom>
          <a:solidFill>
            <a:srgbClr val="FFCC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Reduction</a:t>
            </a:r>
          </a:p>
          <a:p>
            <a:pPr algn="ctr"/>
            <a:r>
              <a:rPr lang="en-US" b="1" dirty="0" smtClean="0">
                <a:solidFill>
                  <a:schemeClr val="tx1"/>
                </a:solidFill>
              </a:rPr>
              <a:t>Interface</a:t>
            </a:r>
            <a:endParaRPr lang="en-US" b="1" dirty="0">
              <a:solidFill>
                <a:schemeClr val="tx1"/>
              </a:solidFill>
            </a:endParaRPr>
          </a:p>
        </p:txBody>
      </p:sp>
      <p:cxnSp>
        <p:nvCxnSpPr>
          <p:cNvPr id="34" name="Elbow Connector 33"/>
          <p:cNvCxnSpPr>
            <a:stCxn id="53" idx="0"/>
            <a:endCxn id="58" idx="3"/>
          </p:cNvCxnSpPr>
          <p:nvPr/>
        </p:nvCxnSpPr>
        <p:spPr>
          <a:xfrm rot="16200000" flipV="1">
            <a:off x="7957855" y="2856755"/>
            <a:ext cx="2908513" cy="1504419"/>
          </a:xfrm>
          <a:prstGeom prst="bentConnector2">
            <a:avLst/>
          </a:prstGeom>
          <a:ln w="111125" cmpd="dbl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6966171" y="5063221"/>
            <a:ext cx="1161288" cy="505832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File Interface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9583675" y="5063221"/>
            <a:ext cx="2380647" cy="505832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File Interface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5756530" y="3003241"/>
            <a:ext cx="1161288" cy="587945"/>
          </a:xfrm>
          <a:prstGeom prst="rect">
            <a:avLst/>
          </a:prstGeom>
          <a:solidFill>
            <a:srgbClr val="FFCC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Reduction</a:t>
            </a:r>
          </a:p>
          <a:p>
            <a:pPr algn="ctr"/>
            <a:r>
              <a:rPr lang="en-US" b="1" dirty="0" smtClean="0">
                <a:solidFill>
                  <a:schemeClr val="tx1"/>
                </a:solidFill>
              </a:rPr>
              <a:t>Interface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7498613" y="1860735"/>
            <a:ext cx="1161288" cy="587945"/>
          </a:xfrm>
          <a:prstGeom prst="rect">
            <a:avLst/>
          </a:prstGeom>
          <a:solidFill>
            <a:srgbClr val="FFCC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Reduction</a:t>
            </a:r>
          </a:p>
          <a:p>
            <a:pPr algn="ctr"/>
            <a:r>
              <a:rPr lang="en-US" b="1" dirty="0" smtClean="0">
                <a:solidFill>
                  <a:schemeClr val="tx1"/>
                </a:solidFill>
              </a:rPr>
              <a:t>Interface</a:t>
            </a:r>
            <a:endParaRPr lang="en-US" b="1" dirty="0">
              <a:solidFill>
                <a:schemeClr val="tx1"/>
              </a:solidFill>
            </a:endParaRPr>
          </a:p>
        </p:txBody>
      </p:sp>
      <p:cxnSp>
        <p:nvCxnSpPr>
          <p:cNvPr id="67" name="Elbow Connector 66"/>
          <p:cNvCxnSpPr>
            <a:stCxn id="12" idx="0"/>
            <a:endCxn id="57" idx="3"/>
          </p:cNvCxnSpPr>
          <p:nvPr/>
        </p:nvCxnSpPr>
        <p:spPr>
          <a:xfrm rot="16200000" flipV="1">
            <a:off x="7005473" y="3209560"/>
            <a:ext cx="1766007" cy="1941315"/>
          </a:xfrm>
          <a:prstGeom prst="bentConnector2">
            <a:avLst/>
          </a:prstGeom>
          <a:ln w="111125" cmpd="dbl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Elbow Connector 69"/>
          <p:cNvCxnSpPr>
            <a:stCxn id="46" idx="0"/>
            <a:endCxn id="43" idx="3"/>
          </p:cNvCxnSpPr>
          <p:nvPr/>
        </p:nvCxnSpPr>
        <p:spPr>
          <a:xfrm rot="16200000" flipV="1">
            <a:off x="6527188" y="4043593"/>
            <a:ext cx="914346" cy="1124909"/>
          </a:xfrm>
          <a:prstGeom prst="bentConnector2">
            <a:avLst/>
          </a:prstGeom>
          <a:ln w="111125" cmpd="dbl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Rectangle 70"/>
          <p:cNvSpPr/>
          <p:nvPr/>
        </p:nvSpPr>
        <p:spPr>
          <a:xfrm>
            <a:off x="5811167" y="1858791"/>
            <a:ext cx="1048733" cy="587947"/>
          </a:xfrm>
          <a:prstGeom prst="rect">
            <a:avLst/>
          </a:prstGeom>
          <a:solidFill>
            <a:srgbClr val="FF993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Tool</a:t>
            </a:r>
          </a:p>
          <a:p>
            <a:pPr algn="ctr"/>
            <a:r>
              <a:rPr lang="en-US" b="1" dirty="0" smtClean="0">
                <a:solidFill>
                  <a:schemeClr val="tx1"/>
                </a:solidFill>
              </a:rPr>
              <a:t>Interface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72" name="Rectangle 71"/>
          <p:cNvSpPr/>
          <p:nvPr/>
        </p:nvSpPr>
        <p:spPr>
          <a:xfrm>
            <a:off x="4089950" y="3003316"/>
            <a:ext cx="1048733" cy="587947"/>
          </a:xfrm>
          <a:prstGeom prst="rect">
            <a:avLst/>
          </a:prstGeom>
          <a:solidFill>
            <a:srgbClr val="FF993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Tool</a:t>
            </a:r>
          </a:p>
          <a:p>
            <a:pPr algn="ctr"/>
            <a:r>
              <a:rPr lang="en-US" b="1" dirty="0" smtClean="0">
                <a:solidFill>
                  <a:schemeClr val="tx1"/>
                </a:solidFill>
              </a:rPr>
              <a:t>Interface</a:t>
            </a:r>
            <a:endParaRPr lang="en-US" b="1" dirty="0">
              <a:solidFill>
                <a:schemeClr val="tx1"/>
              </a:solidFill>
            </a:endParaRPr>
          </a:p>
        </p:txBody>
      </p:sp>
      <p:cxnSp>
        <p:nvCxnSpPr>
          <p:cNvPr id="73" name="Elbow Connector 72"/>
          <p:cNvCxnSpPr>
            <a:stCxn id="43" idx="1"/>
            <a:endCxn id="72" idx="2"/>
          </p:cNvCxnSpPr>
          <p:nvPr/>
        </p:nvCxnSpPr>
        <p:spPr>
          <a:xfrm rot="10800000">
            <a:off x="4614318" y="3591263"/>
            <a:ext cx="646301" cy="557612"/>
          </a:xfrm>
          <a:prstGeom prst="bentConnector2">
            <a:avLst/>
          </a:prstGeom>
          <a:ln w="111125" cmpd="dbl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Elbow Connector 73"/>
          <p:cNvCxnSpPr>
            <a:stCxn id="58" idx="1"/>
            <a:endCxn id="71" idx="3"/>
          </p:cNvCxnSpPr>
          <p:nvPr/>
        </p:nvCxnSpPr>
        <p:spPr>
          <a:xfrm flipH="1" flipV="1">
            <a:off x="6859900" y="2152765"/>
            <a:ext cx="638713" cy="1943"/>
          </a:xfrm>
          <a:prstGeom prst="straightConnector1">
            <a:avLst/>
          </a:prstGeom>
          <a:ln w="111125" cmpd="dbl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Elbow Connector 74"/>
          <p:cNvCxnSpPr>
            <a:stCxn id="57" idx="1"/>
            <a:endCxn id="72" idx="3"/>
          </p:cNvCxnSpPr>
          <p:nvPr/>
        </p:nvCxnSpPr>
        <p:spPr>
          <a:xfrm flipH="1">
            <a:off x="5138683" y="3297214"/>
            <a:ext cx="617847" cy="76"/>
          </a:xfrm>
          <a:prstGeom prst="straightConnector1">
            <a:avLst/>
          </a:prstGeom>
          <a:ln w="111125" cmpd="dbl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Elbow Connector 74"/>
          <p:cNvCxnSpPr>
            <a:stCxn id="57" idx="0"/>
            <a:endCxn id="71" idx="2"/>
          </p:cNvCxnSpPr>
          <p:nvPr/>
        </p:nvCxnSpPr>
        <p:spPr>
          <a:xfrm flipH="1" flipV="1">
            <a:off x="6335534" y="2446738"/>
            <a:ext cx="1640" cy="556503"/>
          </a:xfrm>
          <a:prstGeom prst="straightConnector1">
            <a:avLst/>
          </a:prstGeom>
          <a:ln w="111125" cmpd="dbl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Elbow Connector 74"/>
          <p:cNvCxnSpPr/>
          <p:nvPr/>
        </p:nvCxnSpPr>
        <p:spPr>
          <a:xfrm rot="10800000" flipV="1">
            <a:off x="3454862" y="3297290"/>
            <a:ext cx="610972" cy="668312"/>
          </a:xfrm>
          <a:prstGeom prst="bentConnector2">
            <a:avLst/>
          </a:prstGeom>
          <a:ln w="111125" cmpd="dbl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Elbow Connector 74"/>
          <p:cNvCxnSpPr/>
          <p:nvPr/>
        </p:nvCxnSpPr>
        <p:spPr>
          <a:xfrm rot="10800000" flipV="1">
            <a:off x="3005646" y="2152764"/>
            <a:ext cx="2787863" cy="1812837"/>
          </a:xfrm>
          <a:prstGeom prst="bentConnector2">
            <a:avLst/>
          </a:prstGeom>
          <a:ln w="111125" cmpd="dbl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Elbow Connector 74"/>
          <p:cNvCxnSpPr>
            <a:stCxn id="41" idx="1"/>
            <a:endCxn id="39" idx="3"/>
          </p:cNvCxnSpPr>
          <p:nvPr/>
        </p:nvCxnSpPr>
        <p:spPr>
          <a:xfrm flipH="1">
            <a:off x="1281013" y="4259576"/>
            <a:ext cx="1471366" cy="9260"/>
          </a:xfrm>
          <a:prstGeom prst="straightConnector1">
            <a:avLst/>
          </a:prstGeom>
          <a:ln w="111125" cmpd="dbl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Elbow Connector 74"/>
          <p:cNvCxnSpPr>
            <a:stCxn id="41" idx="2"/>
            <a:endCxn id="91" idx="1"/>
          </p:cNvCxnSpPr>
          <p:nvPr/>
        </p:nvCxnSpPr>
        <p:spPr>
          <a:xfrm rot="16200000" flipH="1">
            <a:off x="4099786" y="3730509"/>
            <a:ext cx="762588" cy="2408668"/>
          </a:xfrm>
          <a:prstGeom prst="bentConnector2">
            <a:avLst/>
          </a:prstGeom>
          <a:ln w="111125" cmpd="dbl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Rectangle 90"/>
          <p:cNvSpPr/>
          <p:nvPr/>
        </p:nvSpPr>
        <p:spPr>
          <a:xfrm>
            <a:off x="5685414" y="5063221"/>
            <a:ext cx="1161288" cy="505832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File Interface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8507811" y="5597334"/>
            <a:ext cx="7026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Input file B</a:t>
            </a:r>
            <a:endParaRPr lang="en-US" dirty="0"/>
          </a:p>
        </p:txBody>
      </p:sp>
      <p:sp>
        <p:nvSpPr>
          <p:cNvPr id="33" name="TextBox 32"/>
          <p:cNvSpPr txBox="1"/>
          <p:nvPr/>
        </p:nvSpPr>
        <p:spPr>
          <a:xfrm>
            <a:off x="7179256" y="5592826"/>
            <a:ext cx="7026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Input file A</a:t>
            </a:r>
            <a:endParaRPr lang="en-US" dirty="0"/>
          </a:p>
        </p:txBody>
      </p:sp>
      <p:sp>
        <p:nvSpPr>
          <p:cNvPr id="35" name="TextBox 34"/>
          <p:cNvSpPr txBox="1"/>
          <p:nvPr/>
        </p:nvSpPr>
        <p:spPr>
          <a:xfrm>
            <a:off x="9836366" y="5569053"/>
            <a:ext cx="7026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Input file C</a:t>
            </a:r>
            <a:endParaRPr lang="en-US" dirty="0"/>
          </a:p>
        </p:txBody>
      </p:sp>
      <p:sp>
        <p:nvSpPr>
          <p:cNvPr id="36" name="TextBox 35"/>
          <p:cNvSpPr txBox="1"/>
          <p:nvPr/>
        </p:nvSpPr>
        <p:spPr>
          <a:xfrm>
            <a:off x="6770791" y="1442370"/>
            <a:ext cx="850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Data C</a:t>
            </a:r>
            <a:endParaRPr lang="en-US" dirty="0"/>
          </a:p>
        </p:txBody>
      </p:sp>
      <p:sp>
        <p:nvSpPr>
          <p:cNvPr id="37" name="TextBox 36"/>
          <p:cNvSpPr txBox="1"/>
          <p:nvPr/>
        </p:nvSpPr>
        <p:spPr>
          <a:xfrm>
            <a:off x="6484603" y="2539731"/>
            <a:ext cx="850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Data B</a:t>
            </a:r>
            <a:endParaRPr lang="en-US" dirty="0"/>
          </a:p>
        </p:txBody>
      </p:sp>
      <p:sp>
        <p:nvSpPr>
          <p:cNvPr id="38" name="TextBox 37"/>
          <p:cNvSpPr txBox="1"/>
          <p:nvPr/>
        </p:nvSpPr>
        <p:spPr>
          <a:xfrm>
            <a:off x="5023833" y="2633909"/>
            <a:ext cx="850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Data B</a:t>
            </a:r>
            <a:endParaRPr lang="en-US" dirty="0"/>
          </a:p>
        </p:txBody>
      </p:sp>
      <p:sp>
        <p:nvSpPr>
          <p:cNvPr id="40" name="TextBox 39"/>
          <p:cNvSpPr txBox="1"/>
          <p:nvPr/>
        </p:nvSpPr>
        <p:spPr>
          <a:xfrm>
            <a:off x="4404301" y="4227849"/>
            <a:ext cx="850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Data A</a:t>
            </a:r>
            <a:endParaRPr lang="en-US" dirty="0"/>
          </a:p>
        </p:txBody>
      </p:sp>
      <p:sp>
        <p:nvSpPr>
          <p:cNvPr id="42" name="TextBox 41"/>
          <p:cNvSpPr txBox="1"/>
          <p:nvPr/>
        </p:nvSpPr>
        <p:spPr>
          <a:xfrm>
            <a:off x="4173634" y="1636446"/>
            <a:ext cx="13320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Deltas B-C</a:t>
            </a:r>
            <a:endParaRPr lang="en-US" dirty="0"/>
          </a:p>
        </p:txBody>
      </p:sp>
      <p:sp>
        <p:nvSpPr>
          <p:cNvPr id="44" name="TextBox 43"/>
          <p:cNvSpPr txBox="1"/>
          <p:nvPr/>
        </p:nvSpPr>
        <p:spPr>
          <a:xfrm>
            <a:off x="3346797" y="2702328"/>
            <a:ext cx="13320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Deltas A-B</a:t>
            </a:r>
            <a:endParaRPr lang="en-US" dirty="0"/>
          </a:p>
        </p:txBody>
      </p:sp>
      <p:sp>
        <p:nvSpPr>
          <p:cNvPr id="45" name="TextBox 44"/>
          <p:cNvSpPr txBox="1"/>
          <p:nvPr/>
        </p:nvSpPr>
        <p:spPr>
          <a:xfrm>
            <a:off x="3652254" y="4817187"/>
            <a:ext cx="14593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Deltas A-B-C</a:t>
            </a:r>
            <a:endParaRPr lang="en-US" dirty="0"/>
          </a:p>
        </p:txBody>
      </p:sp>
      <p:sp>
        <p:nvSpPr>
          <p:cNvPr id="48" name="TextBox 47"/>
          <p:cNvSpPr txBox="1"/>
          <p:nvPr/>
        </p:nvSpPr>
        <p:spPr>
          <a:xfrm>
            <a:off x="1364548" y="3631446"/>
            <a:ext cx="14593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Deltas A-B-C</a:t>
            </a:r>
            <a:endParaRPr lang="en-US" dirty="0"/>
          </a:p>
        </p:txBody>
      </p:sp>
      <p:sp>
        <p:nvSpPr>
          <p:cNvPr id="49" name="TextBox 48"/>
          <p:cNvSpPr txBox="1"/>
          <p:nvPr/>
        </p:nvSpPr>
        <p:spPr>
          <a:xfrm>
            <a:off x="5910434" y="5569052"/>
            <a:ext cx="8501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Output file X</a:t>
            </a:r>
            <a:endParaRPr lang="en-US" dirty="0"/>
          </a:p>
        </p:txBody>
      </p:sp>
      <p:sp>
        <p:nvSpPr>
          <p:cNvPr id="50" name="TextBox 49"/>
          <p:cNvSpPr txBox="1"/>
          <p:nvPr/>
        </p:nvSpPr>
        <p:spPr>
          <a:xfrm>
            <a:off x="7579707" y="4442847"/>
            <a:ext cx="11036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Stream A</a:t>
            </a:r>
            <a:endParaRPr lang="en-US" dirty="0"/>
          </a:p>
        </p:txBody>
      </p:sp>
      <p:sp>
        <p:nvSpPr>
          <p:cNvPr id="51" name="TextBox 50"/>
          <p:cNvSpPr txBox="1"/>
          <p:nvPr/>
        </p:nvSpPr>
        <p:spPr>
          <a:xfrm>
            <a:off x="8887945" y="4399972"/>
            <a:ext cx="11036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Stream B</a:t>
            </a:r>
            <a:endParaRPr lang="en-US" dirty="0"/>
          </a:p>
        </p:txBody>
      </p:sp>
      <p:sp>
        <p:nvSpPr>
          <p:cNvPr id="52" name="TextBox 51"/>
          <p:cNvSpPr txBox="1"/>
          <p:nvPr/>
        </p:nvSpPr>
        <p:spPr>
          <a:xfrm>
            <a:off x="10193132" y="4399972"/>
            <a:ext cx="11036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Stream C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731520" y="250257"/>
            <a:ext cx="23485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Please keep the colors, sizes, and positions if you can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1450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106902" y="269507"/>
            <a:ext cx="1078029" cy="4620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Database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3761873" y="269506"/>
            <a:ext cx="1078029" cy="4620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Server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6349466" y="269506"/>
            <a:ext cx="1078029" cy="4620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Web Terminal</a:t>
            </a:r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9317344" y="60245"/>
            <a:ext cx="270934" cy="880533"/>
            <a:chOff x="1312333" y="567267"/>
            <a:chExt cx="270934" cy="880533"/>
          </a:xfrm>
        </p:grpSpPr>
        <p:sp>
          <p:nvSpPr>
            <p:cNvPr id="9" name="Oval 8"/>
            <p:cNvSpPr/>
            <p:nvPr/>
          </p:nvSpPr>
          <p:spPr>
            <a:xfrm>
              <a:off x="1312333" y="567267"/>
              <a:ext cx="270934" cy="254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" name="Straight Connector 9"/>
            <p:cNvCxnSpPr>
              <a:stCxn id="9" idx="4"/>
            </p:cNvCxnSpPr>
            <p:nvPr/>
          </p:nvCxnSpPr>
          <p:spPr>
            <a:xfrm>
              <a:off x="1447800" y="821267"/>
              <a:ext cx="0" cy="350308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312333" y="1171575"/>
              <a:ext cx="135467" cy="276225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>
              <a:off x="1447800" y="1171575"/>
              <a:ext cx="135467" cy="276225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flipH="1">
              <a:off x="1312333" y="1009650"/>
              <a:ext cx="270934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Straight Connector 14"/>
          <p:cNvCxnSpPr>
            <a:stCxn id="5" idx="2"/>
          </p:cNvCxnSpPr>
          <p:nvPr/>
        </p:nvCxnSpPr>
        <p:spPr>
          <a:xfrm flipH="1">
            <a:off x="1645916" y="731520"/>
            <a:ext cx="1" cy="50628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flipH="1">
            <a:off x="4300887" y="731519"/>
            <a:ext cx="1" cy="50628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903007" y="731519"/>
            <a:ext cx="1" cy="50628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 flipH="1">
            <a:off x="9452810" y="731519"/>
            <a:ext cx="1" cy="50628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 flipH="1" flipV="1">
            <a:off x="6978316" y="1183907"/>
            <a:ext cx="240676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>
            <a:off x="6990610" y="1601181"/>
            <a:ext cx="242744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 flipH="1" flipV="1">
            <a:off x="7000952" y="2385460"/>
            <a:ext cx="240676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 flipH="1" flipV="1">
            <a:off x="4400527" y="2614862"/>
            <a:ext cx="240676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 flipH="1" flipV="1">
            <a:off x="1761600" y="2805763"/>
            <a:ext cx="240676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>
            <a:off x="4400527" y="3332123"/>
            <a:ext cx="242744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>
            <a:off x="6957630" y="3628902"/>
            <a:ext cx="242744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 flipH="1" flipV="1">
            <a:off x="7021638" y="4049025"/>
            <a:ext cx="240676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 flipH="1" flipV="1">
            <a:off x="4421213" y="4278427"/>
            <a:ext cx="240676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 flipH="1" flipV="1">
            <a:off x="1782286" y="4469328"/>
            <a:ext cx="240676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>
            <a:off x="1771942" y="3195766"/>
            <a:ext cx="242744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7632834" y="802665"/>
            <a:ext cx="11454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Login</a:t>
            </a:r>
            <a:endParaRPr lang="en-US" dirty="0"/>
          </a:p>
        </p:txBody>
      </p:sp>
      <p:sp>
        <p:nvSpPr>
          <p:cNvPr id="35" name="TextBox 34"/>
          <p:cNvSpPr txBox="1"/>
          <p:nvPr/>
        </p:nvSpPr>
        <p:spPr>
          <a:xfrm>
            <a:off x="7631629" y="1255053"/>
            <a:ext cx="11454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Session</a:t>
            </a:r>
            <a:endParaRPr lang="en-US" dirty="0"/>
          </a:p>
        </p:txBody>
      </p:sp>
      <p:sp>
        <p:nvSpPr>
          <p:cNvPr id="36" name="TextBox 35"/>
          <p:cNvSpPr txBox="1"/>
          <p:nvPr/>
        </p:nvSpPr>
        <p:spPr>
          <a:xfrm>
            <a:off x="7631629" y="2006361"/>
            <a:ext cx="11454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Request X</a:t>
            </a:r>
            <a:endParaRPr lang="en-US" dirty="0"/>
          </a:p>
        </p:txBody>
      </p:sp>
      <p:sp>
        <p:nvSpPr>
          <p:cNvPr id="37" name="TextBox 36"/>
          <p:cNvSpPr txBox="1"/>
          <p:nvPr/>
        </p:nvSpPr>
        <p:spPr>
          <a:xfrm>
            <a:off x="5051890" y="2255902"/>
            <a:ext cx="11454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Request X</a:t>
            </a:r>
            <a:endParaRPr lang="en-US" dirty="0"/>
          </a:p>
        </p:txBody>
      </p:sp>
      <p:sp>
        <p:nvSpPr>
          <p:cNvPr id="38" name="TextBox 37"/>
          <p:cNvSpPr txBox="1"/>
          <p:nvPr/>
        </p:nvSpPr>
        <p:spPr>
          <a:xfrm>
            <a:off x="2315765" y="2436431"/>
            <a:ext cx="11454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Request X</a:t>
            </a:r>
            <a:endParaRPr lang="en-US" dirty="0"/>
          </a:p>
        </p:txBody>
      </p:sp>
      <p:sp>
        <p:nvSpPr>
          <p:cNvPr id="39" name="TextBox 38"/>
          <p:cNvSpPr txBox="1"/>
          <p:nvPr/>
        </p:nvSpPr>
        <p:spPr>
          <a:xfrm>
            <a:off x="2297128" y="2831223"/>
            <a:ext cx="11454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Data X</a:t>
            </a:r>
            <a:endParaRPr lang="en-US" dirty="0"/>
          </a:p>
        </p:txBody>
      </p:sp>
      <p:sp>
        <p:nvSpPr>
          <p:cNvPr id="40" name="TextBox 39"/>
          <p:cNvSpPr txBox="1"/>
          <p:nvPr/>
        </p:nvSpPr>
        <p:spPr>
          <a:xfrm>
            <a:off x="5022220" y="2952420"/>
            <a:ext cx="11454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Data X</a:t>
            </a:r>
            <a:endParaRPr lang="en-US" dirty="0"/>
          </a:p>
        </p:txBody>
      </p:sp>
      <p:sp>
        <p:nvSpPr>
          <p:cNvPr id="41" name="TextBox 40"/>
          <p:cNvSpPr txBox="1"/>
          <p:nvPr/>
        </p:nvSpPr>
        <p:spPr>
          <a:xfrm>
            <a:off x="7701771" y="3271664"/>
            <a:ext cx="11454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Data X</a:t>
            </a:r>
            <a:endParaRPr lang="en-US" dirty="0"/>
          </a:p>
        </p:txBody>
      </p:sp>
      <p:sp>
        <p:nvSpPr>
          <p:cNvPr id="42" name="TextBox 41"/>
          <p:cNvSpPr txBox="1"/>
          <p:nvPr/>
        </p:nvSpPr>
        <p:spPr>
          <a:xfrm>
            <a:off x="7612992" y="3638908"/>
            <a:ext cx="11454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Update Y</a:t>
            </a:r>
            <a:endParaRPr lang="en-US" dirty="0"/>
          </a:p>
        </p:txBody>
      </p:sp>
      <p:sp>
        <p:nvSpPr>
          <p:cNvPr id="45" name="TextBox 44"/>
          <p:cNvSpPr txBox="1"/>
          <p:nvPr/>
        </p:nvSpPr>
        <p:spPr>
          <a:xfrm>
            <a:off x="5051349" y="3909095"/>
            <a:ext cx="11454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Update Y</a:t>
            </a:r>
            <a:endParaRPr lang="en-US" dirty="0"/>
          </a:p>
        </p:txBody>
      </p:sp>
      <p:sp>
        <p:nvSpPr>
          <p:cNvPr id="46" name="TextBox 45"/>
          <p:cNvSpPr txBox="1"/>
          <p:nvPr/>
        </p:nvSpPr>
        <p:spPr>
          <a:xfrm>
            <a:off x="2381298" y="4093761"/>
            <a:ext cx="11454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Update 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1604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230660" y="2251321"/>
            <a:ext cx="1161288" cy="587945"/>
          </a:xfrm>
          <a:prstGeom prst="rect">
            <a:avLst/>
          </a:prstGeom>
          <a:solidFill>
            <a:srgbClr val="FFCC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Reduction</a:t>
            </a:r>
          </a:p>
          <a:p>
            <a:pPr algn="ctr"/>
            <a:r>
              <a:rPr lang="en-US" b="1" dirty="0" smtClean="0">
                <a:solidFill>
                  <a:schemeClr val="tx1"/>
                </a:solidFill>
              </a:rPr>
              <a:t>Interface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262510" y="3333155"/>
            <a:ext cx="1071393" cy="505832"/>
          </a:xfrm>
          <a:prstGeom prst="rect">
            <a:avLst/>
          </a:prstGeom>
          <a:solidFill>
            <a:srgbClr val="FFCC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CSDR</a:t>
            </a:r>
            <a:endParaRPr lang="en-US" b="1" dirty="0">
              <a:solidFill>
                <a:schemeClr val="tx1"/>
              </a:solidFill>
            </a:endParaRPr>
          </a:p>
          <a:p>
            <a:pPr algn="ctr"/>
            <a:r>
              <a:rPr lang="en-US" b="1" dirty="0" smtClean="0">
                <a:solidFill>
                  <a:schemeClr val="tx1"/>
                </a:solidFill>
              </a:rPr>
              <a:t>Lib</a:t>
            </a:r>
          </a:p>
        </p:txBody>
      </p:sp>
      <p:sp>
        <p:nvSpPr>
          <p:cNvPr id="8" name="Isosceles Triangle 7"/>
          <p:cNvSpPr/>
          <p:nvPr/>
        </p:nvSpPr>
        <p:spPr>
          <a:xfrm>
            <a:off x="2611921" y="2829707"/>
            <a:ext cx="373429" cy="187938"/>
          </a:xfrm>
          <a:prstGeom prst="triangl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1014781" y="3333155"/>
            <a:ext cx="1178532" cy="505832"/>
          </a:xfrm>
          <a:prstGeom prst="rect">
            <a:avLst/>
          </a:prstGeom>
          <a:solidFill>
            <a:srgbClr val="FFCC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Data-Dict</a:t>
            </a:r>
          </a:p>
          <a:p>
            <a:pPr algn="ctr"/>
            <a:r>
              <a:rPr lang="en-US" b="1" dirty="0" smtClean="0">
                <a:solidFill>
                  <a:schemeClr val="tx1"/>
                </a:solidFill>
              </a:rPr>
              <a:t>Lib</a:t>
            </a:r>
            <a:endParaRPr lang="en-US" b="1" dirty="0">
              <a:solidFill>
                <a:schemeClr val="tx1"/>
              </a:solidFill>
            </a:endParaRPr>
          </a:p>
        </p:txBody>
      </p:sp>
      <p:cxnSp>
        <p:nvCxnSpPr>
          <p:cNvPr id="10" name="Straight Connector 187"/>
          <p:cNvCxnSpPr>
            <a:stCxn id="8" idx="3"/>
            <a:endCxn id="9" idx="0"/>
          </p:cNvCxnSpPr>
          <p:nvPr/>
        </p:nvCxnSpPr>
        <p:spPr>
          <a:xfrm rot="5400000">
            <a:off x="2043587" y="2578106"/>
            <a:ext cx="315510" cy="1194589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87"/>
          <p:cNvCxnSpPr>
            <a:stCxn id="8" idx="3"/>
            <a:endCxn id="7" idx="0"/>
          </p:cNvCxnSpPr>
          <p:nvPr/>
        </p:nvCxnSpPr>
        <p:spPr>
          <a:xfrm rot="5400000">
            <a:off x="2640667" y="3175186"/>
            <a:ext cx="315510" cy="429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2146004" y="4305360"/>
            <a:ext cx="489242" cy="479101"/>
          </a:xfrm>
          <a:prstGeom prst="rect">
            <a:avLst/>
          </a:prstGeom>
          <a:solidFill>
            <a:srgbClr val="FFCC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DR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977494" y="4305360"/>
            <a:ext cx="489242" cy="479101"/>
          </a:xfrm>
          <a:prstGeom prst="rect">
            <a:avLst/>
          </a:prstGeom>
          <a:solidFill>
            <a:srgbClr val="FFCC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DR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4" name="Isosceles Triangle 13"/>
          <p:cNvSpPr/>
          <p:nvPr/>
        </p:nvSpPr>
        <p:spPr>
          <a:xfrm>
            <a:off x="2612890" y="3857190"/>
            <a:ext cx="373429" cy="187938"/>
          </a:xfrm>
          <a:prstGeom prst="triangl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5" name="Straight Connector 187"/>
          <p:cNvCxnSpPr>
            <a:stCxn id="14" idx="3"/>
            <a:endCxn id="12" idx="0"/>
          </p:cNvCxnSpPr>
          <p:nvPr/>
        </p:nvCxnSpPr>
        <p:spPr>
          <a:xfrm rot="5400000">
            <a:off x="2464999" y="3970754"/>
            <a:ext cx="260232" cy="408980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87"/>
          <p:cNvCxnSpPr>
            <a:stCxn id="14" idx="3"/>
            <a:endCxn id="13" idx="0"/>
          </p:cNvCxnSpPr>
          <p:nvPr/>
        </p:nvCxnSpPr>
        <p:spPr>
          <a:xfrm rot="16200000" flipH="1">
            <a:off x="2880744" y="3963989"/>
            <a:ext cx="260232" cy="422510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647356" y="4316390"/>
            <a:ext cx="3301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…</a:t>
            </a:r>
            <a:endParaRPr lang="en-US" dirty="0"/>
          </a:p>
        </p:txBody>
      </p:sp>
      <p:sp>
        <p:nvSpPr>
          <p:cNvPr id="18" name="Rectangle 17"/>
          <p:cNvSpPr/>
          <p:nvPr/>
        </p:nvSpPr>
        <p:spPr>
          <a:xfrm>
            <a:off x="3403100" y="3333154"/>
            <a:ext cx="1178532" cy="516938"/>
          </a:xfrm>
          <a:prstGeom prst="rect">
            <a:avLst/>
          </a:prstGeom>
          <a:solidFill>
            <a:srgbClr val="FFCC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PLA</a:t>
            </a:r>
          </a:p>
          <a:p>
            <a:pPr algn="ctr"/>
            <a:r>
              <a:rPr lang="en-US" b="1" dirty="0" smtClean="0">
                <a:solidFill>
                  <a:schemeClr val="tx1"/>
                </a:solidFill>
              </a:rPr>
              <a:t>Lib</a:t>
            </a:r>
            <a:endParaRPr lang="en-US" b="1" dirty="0">
              <a:solidFill>
                <a:schemeClr val="tx1"/>
              </a:solidFill>
            </a:endParaRPr>
          </a:p>
        </p:txBody>
      </p:sp>
      <p:cxnSp>
        <p:nvCxnSpPr>
          <p:cNvPr id="19" name="Straight Connector 187"/>
          <p:cNvCxnSpPr>
            <a:stCxn id="8" idx="3"/>
            <a:endCxn id="18" idx="0"/>
          </p:cNvCxnSpPr>
          <p:nvPr/>
        </p:nvCxnSpPr>
        <p:spPr>
          <a:xfrm rot="16200000" flipH="1">
            <a:off x="3237747" y="2578534"/>
            <a:ext cx="315509" cy="1193730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6062627" y="-347119"/>
            <a:ext cx="6121400" cy="78966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/>
          <p:cNvSpPr/>
          <p:nvPr/>
        </p:nvSpPr>
        <p:spPr>
          <a:xfrm>
            <a:off x="9771027" y="158148"/>
            <a:ext cx="495300" cy="495300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/>
          <p:cNvSpPr/>
          <p:nvPr/>
        </p:nvSpPr>
        <p:spPr>
          <a:xfrm>
            <a:off x="9771027" y="1085248"/>
            <a:ext cx="495300" cy="495300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Connector 22"/>
          <p:cNvCxnSpPr/>
          <p:nvPr/>
        </p:nvCxnSpPr>
        <p:spPr>
          <a:xfrm>
            <a:off x="9726577" y="894748"/>
            <a:ext cx="6096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10914027" y="158148"/>
            <a:ext cx="495300" cy="495300"/>
          </a:xfrm>
          <a:prstGeom prst="ellipse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Elbow Connector 24"/>
          <p:cNvCxnSpPr>
            <a:stCxn id="24" idx="4"/>
            <a:endCxn id="22" idx="0"/>
          </p:cNvCxnSpPr>
          <p:nvPr/>
        </p:nvCxnSpPr>
        <p:spPr>
          <a:xfrm rot="5400000">
            <a:off x="10374277" y="297848"/>
            <a:ext cx="431800" cy="1143000"/>
          </a:xfrm>
          <a:prstGeom prst="bentConnector3">
            <a:avLst>
              <a:gd name="adj1" fmla="val 2573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stCxn id="21" idx="4"/>
            <a:endCxn id="22" idx="0"/>
          </p:cNvCxnSpPr>
          <p:nvPr/>
        </p:nvCxnSpPr>
        <p:spPr>
          <a:xfrm>
            <a:off x="10018677" y="653448"/>
            <a:ext cx="0" cy="431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9771027" y="1961548"/>
            <a:ext cx="495300" cy="495300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8" name="Straight Arrow Connector 27"/>
          <p:cNvCxnSpPr>
            <a:stCxn id="22" idx="4"/>
            <a:endCxn id="27" idx="0"/>
          </p:cNvCxnSpPr>
          <p:nvPr/>
        </p:nvCxnSpPr>
        <p:spPr>
          <a:xfrm>
            <a:off x="10018677" y="1580548"/>
            <a:ext cx="0" cy="381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7644571" y="1902291"/>
            <a:ext cx="495300" cy="495300"/>
          </a:xfrm>
          <a:prstGeom prst="ellipse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/>
          <p:cNvSpPr/>
          <p:nvPr/>
        </p:nvSpPr>
        <p:spPr>
          <a:xfrm>
            <a:off x="9771027" y="4145947"/>
            <a:ext cx="495300" cy="495300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Straight Arrow Connector 30"/>
          <p:cNvCxnSpPr>
            <a:stCxn id="27" idx="4"/>
            <a:endCxn id="47" idx="0"/>
          </p:cNvCxnSpPr>
          <p:nvPr/>
        </p:nvCxnSpPr>
        <p:spPr>
          <a:xfrm>
            <a:off x="10018677" y="2456848"/>
            <a:ext cx="0" cy="5492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>
            <a:off x="9713877" y="2825148"/>
            <a:ext cx="6096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Elbow Connector 32"/>
          <p:cNvCxnSpPr>
            <a:stCxn id="29" idx="4"/>
            <a:endCxn id="47" idx="0"/>
          </p:cNvCxnSpPr>
          <p:nvPr/>
        </p:nvCxnSpPr>
        <p:spPr>
          <a:xfrm rot="16200000" flipH="1">
            <a:off x="8651183" y="1638629"/>
            <a:ext cx="608532" cy="212645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9771027" y="5184174"/>
            <a:ext cx="495300" cy="495300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" name="Elbow Connector 34"/>
          <p:cNvCxnSpPr>
            <a:stCxn id="43" idx="4"/>
            <a:endCxn id="34" idx="0"/>
          </p:cNvCxnSpPr>
          <p:nvPr/>
        </p:nvCxnSpPr>
        <p:spPr>
          <a:xfrm rot="5400000">
            <a:off x="10318418" y="4340914"/>
            <a:ext cx="543519" cy="114300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>
            <a:off x="9713877" y="1771048"/>
            <a:ext cx="6096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>
            <a:off x="9713877" y="4996848"/>
            <a:ext cx="6096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30" idx="4"/>
            <a:endCxn id="34" idx="0"/>
          </p:cNvCxnSpPr>
          <p:nvPr/>
        </p:nvCxnSpPr>
        <p:spPr>
          <a:xfrm>
            <a:off x="10018677" y="4641247"/>
            <a:ext cx="0" cy="5429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8488724" y="198428"/>
            <a:ext cx="946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 smtClean="0"/>
              <a:t>Startup</a:t>
            </a:r>
            <a:endParaRPr lang="en-US" i="1" dirty="0"/>
          </a:p>
        </p:txBody>
      </p:sp>
      <p:sp>
        <p:nvSpPr>
          <p:cNvPr id="40" name="TextBox 39"/>
          <p:cNvSpPr txBox="1"/>
          <p:nvPr/>
        </p:nvSpPr>
        <p:spPr>
          <a:xfrm>
            <a:off x="8433272" y="1132394"/>
            <a:ext cx="1107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 smtClean="0"/>
              <a:t>Ready</a:t>
            </a:r>
            <a:endParaRPr lang="en-US" i="1" dirty="0"/>
          </a:p>
        </p:txBody>
      </p:sp>
      <p:sp>
        <p:nvSpPr>
          <p:cNvPr id="41" name="TextBox 40"/>
          <p:cNvSpPr txBox="1"/>
          <p:nvPr/>
        </p:nvSpPr>
        <p:spPr>
          <a:xfrm>
            <a:off x="8205434" y="1981667"/>
            <a:ext cx="15000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 smtClean="0"/>
              <a:t>Public</a:t>
            </a:r>
            <a:endParaRPr lang="en-US" i="1" dirty="0"/>
          </a:p>
        </p:txBody>
      </p:sp>
      <p:sp>
        <p:nvSpPr>
          <p:cNvPr id="42" name="TextBox 41"/>
          <p:cNvSpPr txBox="1"/>
          <p:nvPr/>
        </p:nvSpPr>
        <p:spPr>
          <a:xfrm>
            <a:off x="8131655" y="3069625"/>
            <a:ext cx="16218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 smtClean="0"/>
              <a:t>Private</a:t>
            </a:r>
            <a:endParaRPr lang="en-US" i="1" dirty="0"/>
          </a:p>
        </p:txBody>
      </p:sp>
      <p:sp>
        <p:nvSpPr>
          <p:cNvPr id="43" name="Oval 42"/>
          <p:cNvSpPr/>
          <p:nvPr/>
        </p:nvSpPr>
        <p:spPr>
          <a:xfrm>
            <a:off x="10914027" y="4145355"/>
            <a:ext cx="495300" cy="495300"/>
          </a:xfrm>
          <a:prstGeom prst="ellipse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4" name="Straight Arrow Connector 43"/>
          <p:cNvCxnSpPr>
            <a:stCxn id="24" idx="4"/>
            <a:endCxn id="43" idx="0"/>
          </p:cNvCxnSpPr>
          <p:nvPr/>
        </p:nvCxnSpPr>
        <p:spPr>
          <a:xfrm>
            <a:off x="11161677" y="653448"/>
            <a:ext cx="0" cy="34919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8176217" y="5254024"/>
            <a:ext cx="16218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 smtClean="0"/>
              <a:t>Streaming</a:t>
            </a:r>
            <a:endParaRPr lang="en-US" i="1" dirty="0"/>
          </a:p>
        </p:txBody>
      </p:sp>
      <p:sp>
        <p:nvSpPr>
          <p:cNvPr id="46" name="TextBox 45"/>
          <p:cNvSpPr txBox="1"/>
          <p:nvPr/>
        </p:nvSpPr>
        <p:spPr>
          <a:xfrm>
            <a:off x="7962479" y="3983509"/>
            <a:ext cx="18805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 smtClean="0"/>
              <a:t>Encrypted</a:t>
            </a:r>
            <a:endParaRPr lang="en-US" i="1" dirty="0"/>
          </a:p>
        </p:txBody>
      </p:sp>
      <p:sp>
        <p:nvSpPr>
          <p:cNvPr id="47" name="Oval 46"/>
          <p:cNvSpPr/>
          <p:nvPr/>
        </p:nvSpPr>
        <p:spPr>
          <a:xfrm>
            <a:off x="9771027" y="3006123"/>
            <a:ext cx="495300" cy="495300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8" name="Straight Connector 47"/>
          <p:cNvCxnSpPr/>
          <p:nvPr/>
        </p:nvCxnSpPr>
        <p:spPr>
          <a:xfrm>
            <a:off x="9726577" y="3955448"/>
            <a:ext cx="6096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>
            <a:stCxn id="47" idx="4"/>
            <a:endCxn id="30" idx="0"/>
          </p:cNvCxnSpPr>
          <p:nvPr/>
        </p:nvCxnSpPr>
        <p:spPr>
          <a:xfrm>
            <a:off x="10018677" y="3501423"/>
            <a:ext cx="0" cy="6445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7644571" y="3010368"/>
            <a:ext cx="495300" cy="495300"/>
          </a:xfrm>
          <a:prstGeom prst="ellipse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1" name="Straight Arrow Connector 50"/>
          <p:cNvCxnSpPr>
            <a:stCxn id="29" idx="4"/>
            <a:endCxn id="50" idx="0"/>
          </p:cNvCxnSpPr>
          <p:nvPr/>
        </p:nvCxnSpPr>
        <p:spPr>
          <a:xfrm>
            <a:off x="7892221" y="2397591"/>
            <a:ext cx="0" cy="6127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Elbow Connector 51"/>
          <p:cNvCxnSpPr>
            <a:stCxn id="50" idx="4"/>
            <a:endCxn id="30" idx="0"/>
          </p:cNvCxnSpPr>
          <p:nvPr/>
        </p:nvCxnSpPr>
        <p:spPr>
          <a:xfrm rot="16200000" flipH="1">
            <a:off x="8635310" y="2762579"/>
            <a:ext cx="640279" cy="212645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Oval 52"/>
          <p:cNvSpPr/>
          <p:nvPr/>
        </p:nvSpPr>
        <p:spPr>
          <a:xfrm>
            <a:off x="7644571" y="4145356"/>
            <a:ext cx="495300" cy="495300"/>
          </a:xfrm>
          <a:prstGeom prst="ellipse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4" name="Straight Arrow Connector 53"/>
          <p:cNvCxnSpPr>
            <a:stCxn id="50" idx="4"/>
            <a:endCxn id="53" idx="0"/>
          </p:cNvCxnSpPr>
          <p:nvPr/>
        </p:nvCxnSpPr>
        <p:spPr>
          <a:xfrm>
            <a:off x="7892221" y="3505668"/>
            <a:ext cx="0" cy="639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Elbow Connector 54"/>
          <p:cNvCxnSpPr>
            <a:stCxn id="53" idx="4"/>
            <a:endCxn id="34" idx="0"/>
          </p:cNvCxnSpPr>
          <p:nvPr/>
        </p:nvCxnSpPr>
        <p:spPr>
          <a:xfrm rot="16200000" flipH="1">
            <a:off x="8683690" y="3849187"/>
            <a:ext cx="543518" cy="212645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Oval 55"/>
          <p:cNvSpPr/>
          <p:nvPr/>
        </p:nvSpPr>
        <p:spPr>
          <a:xfrm>
            <a:off x="7644571" y="5184174"/>
            <a:ext cx="495300" cy="495300"/>
          </a:xfrm>
          <a:prstGeom prst="ellipse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7" name="Straight Arrow Connector 56"/>
          <p:cNvCxnSpPr>
            <a:stCxn id="53" idx="4"/>
            <a:endCxn id="56" idx="0"/>
          </p:cNvCxnSpPr>
          <p:nvPr/>
        </p:nvCxnSpPr>
        <p:spPr>
          <a:xfrm>
            <a:off x="7892221" y="4640656"/>
            <a:ext cx="0" cy="5435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/>
          <p:nvPr/>
        </p:nvCxnSpPr>
        <p:spPr>
          <a:xfrm>
            <a:off x="7587421" y="2825148"/>
            <a:ext cx="6096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/>
          <p:cNvCxnSpPr/>
          <p:nvPr/>
        </p:nvCxnSpPr>
        <p:spPr>
          <a:xfrm>
            <a:off x="7548329" y="3955448"/>
            <a:ext cx="6096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/>
          <p:cNvCxnSpPr/>
          <p:nvPr/>
        </p:nvCxnSpPr>
        <p:spPr>
          <a:xfrm>
            <a:off x="7579583" y="5022248"/>
            <a:ext cx="6096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Elbow Connector 60"/>
          <p:cNvCxnSpPr>
            <a:stCxn id="56" idx="4"/>
            <a:endCxn id="30" idx="6"/>
          </p:cNvCxnSpPr>
          <p:nvPr/>
        </p:nvCxnSpPr>
        <p:spPr>
          <a:xfrm rot="5400000" flipH="1" flipV="1">
            <a:off x="8436335" y="3849483"/>
            <a:ext cx="1285877" cy="2374106"/>
          </a:xfrm>
          <a:prstGeom prst="bentConnector4">
            <a:avLst>
              <a:gd name="adj1" fmla="val -17778"/>
              <a:gd name="adj2" fmla="val 118723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Elbow Connector 61"/>
          <p:cNvCxnSpPr>
            <a:stCxn id="34" idx="4"/>
            <a:endCxn id="53" idx="2"/>
          </p:cNvCxnSpPr>
          <p:nvPr/>
        </p:nvCxnSpPr>
        <p:spPr>
          <a:xfrm rot="5400000" flipH="1">
            <a:off x="8188390" y="3849187"/>
            <a:ext cx="1286468" cy="2374106"/>
          </a:xfrm>
          <a:prstGeom prst="bentConnector4">
            <a:avLst>
              <a:gd name="adj1" fmla="val -17770"/>
              <a:gd name="adj2" fmla="val 119380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/>
          <p:nvPr/>
        </p:nvCxnSpPr>
        <p:spPr>
          <a:xfrm>
            <a:off x="6882571" y="5662490"/>
            <a:ext cx="6096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/>
          <p:cNvCxnSpPr/>
          <p:nvPr/>
        </p:nvCxnSpPr>
        <p:spPr>
          <a:xfrm>
            <a:off x="10405135" y="5679474"/>
            <a:ext cx="6096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Oval 64"/>
          <p:cNvSpPr/>
          <p:nvPr/>
        </p:nvSpPr>
        <p:spPr>
          <a:xfrm>
            <a:off x="8712680" y="6344082"/>
            <a:ext cx="495300" cy="495300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6" name="Elbow Connector 65"/>
          <p:cNvCxnSpPr>
            <a:stCxn id="53" idx="6"/>
            <a:endCxn id="65" idx="0"/>
          </p:cNvCxnSpPr>
          <p:nvPr/>
        </p:nvCxnSpPr>
        <p:spPr>
          <a:xfrm>
            <a:off x="8139871" y="4393006"/>
            <a:ext cx="820459" cy="1951076"/>
          </a:xfrm>
          <a:prstGeom prst="bentConnector2">
            <a:avLst/>
          </a:prstGeom>
          <a:ln w="28575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/>
          <p:cNvCxnSpPr/>
          <p:nvPr/>
        </p:nvCxnSpPr>
        <p:spPr>
          <a:xfrm>
            <a:off x="8656999" y="6136674"/>
            <a:ext cx="6096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6882571" y="6424490"/>
            <a:ext cx="1933973" cy="375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 smtClean="0"/>
              <a:t>End Association</a:t>
            </a:r>
            <a:endParaRPr lang="en-US" i="1" dirty="0"/>
          </a:p>
        </p:txBody>
      </p:sp>
      <p:sp>
        <p:nvSpPr>
          <p:cNvPr id="69" name="Oval 68"/>
          <p:cNvSpPr/>
          <p:nvPr/>
        </p:nvSpPr>
        <p:spPr>
          <a:xfrm>
            <a:off x="9947263" y="333402"/>
            <a:ext cx="149177" cy="14694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Oval 69"/>
          <p:cNvSpPr/>
          <p:nvPr/>
        </p:nvSpPr>
        <p:spPr>
          <a:xfrm>
            <a:off x="11090263" y="333402"/>
            <a:ext cx="149177" cy="14694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Oval 70"/>
          <p:cNvSpPr/>
          <p:nvPr/>
        </p:nvSpPr>
        <p:spPr>
          <a:xfrm>
            <a:off x="7819319" y="2096104"/>
            <a:ext cx="149177" cy="14694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2" name="Elbow Connector 71"/>
          <p:cNvCxnSpPr>
            <a:stCxn id="30" idx="2"/>
            <a:endCxn id="65" idx="0"/>
          </p:cNvCxnSpPr>
          <p:nvPr/>
        </p:nvCxnSpPr>
        <p:spPr>
          <a:xfrm rot="10800000" flipV="1">
            <a:off x="8960331" y="4393596"/>
            <a:ext cx="810697" cy="1950485"/>
          </a:xfrm>
          <a:prstGeom prst="bentConnector2">
            <a:avLst/>
          </a:prstGeom>
          <a:ln w="28575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9382079" y="718255"/>
            <a:ext cx="4905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 smtClean="0"/>
              <a:t>t0</a:t>
            </a:r>
            <a:endParaRPr lang="en-US" sz="1400" i="1" dirty="0"/>
          </a:p>
        </p:txBody>
      </p:sp>
      <p:sp>
        <p:nvSpPr>
          <p:cNvPr id="74" name="TextBox 73"/>
          <p:cNvSpPr txBox="1"/>
          <p:nvPr/>
        </p:nvSpPr>
        <p:spPr>
          <a:xfrm>
            <a:off x="9382079" y="1610385"/>
            <a:ext cx="4905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 smtClean="0"/>
              <a:t>t1</a:t>
            </a:r>
            <a:endParaRPr lang="en-US" sz="1400" i="1" dirty="0"/>
          </a:p>
        </p:txBody>
      </p:sp>
      <p:sp>
        <p:nvSpPr>
          <p:cNvPr id="75" name="TextBox 74"/>
          <p:cNvSpPr txBox="1"/>
          <p:nvPr/>
        </p:nvSpPr>
        <p:spPr>
          <a:xfrm>
            <a:off x="9369933" y="2665965"/>
            <a:ext cx="4905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 smtClean="0"/>
              <a:t>t2</a:t>
            </a:r>
            <a:endParaRPr lang="en-US" sz="1400" i="1" dirty="0"/>
          </a:p>
        </p:txBody>
      </p:sp>
      <p:sp>
        <p:nvSpPr>
          <p:cNvPr id="76" name="TextBox 75"/>
          <p:cNvSpPr txBox="1"/>
          <p:nvPr/>
        </p:nvSpPr>
        <p:spPr>
          <a:xfrm>
            <a:off x="7201407" y="2682508"/>
            <a:ext cx="4905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 smtClean="0"/>
              <a:t>t2</a:t>
            </a:r>
            <a:endParaRPr lang="en-US" sz="1400" i="1" dirty="0"/>
          </a:p>
        </p:txBody>
      </p:sp>
      <p:sp>
        <p:nvSpPr>
          <p:cNvPr id="77" name="TextBox 76"/>
          <p:cNvSpPr txBox="1"/>
          <p:nvPr/>
        </p:nvSpPr>
        <p:spPr>
          <a:xfrm>
            <a:off x="7191528" y="3806916"/>
            <a:ext cx="4905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 smtClean="0"/>
              <a:t>t3</a:t>
            </a:r>
            <a:endParaRPr lang="en-US" sz="1400" i="1" dirty="0"/>
          </a:p>
        </p:txBody>
      </p:sp>
      <p:sp>
        <p:nvSpPr>
          <p:cNvPr id="78" name="TextBox 77"/>
          <p:cNvSpPr txBox="1"/>
          <p:nvPr/>
        </p:nvSpPr>
        <p:spPr>
          <a:xfrm>
            <a:off x="9369933" y="3809569"/>
            <a:ext cx="4905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 smtClean="0"/>
              <a:t>t3</a:t>
            </a:r>
            <a:endParaRPr lang="en-US" sz="1400" i="1" dirty="0"/>
          </a:p>
        </p:txBody>
      </p:sp>
      <p:sp>
        <p:nvSpPr>
          <p:cNvPr id="79" name="TextBox 78"/>
          <p:cNvSpPr txBox="1"/>
          <p:nvPr/>
        </p:nvSpPr>
        <p:spPr>
          <a:xfrm>
            <a:off x="7244520" y="4865189"/>
            <a:ext cx="4905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 smtClean="0"/>
              <a:t>t4</a:t>
            </a:r>
            <a:endParaRPr lang="en-US" sz="1400" i="1" dirty="0"/>
          </a:p>
        </p:txBody>
      </p:sp>
      <p:sp>
        <p:nvSpPr>
          <p:cNvPr id="80" name="TextBox 79"/>
          <p:cNvSpPr txBox="1"/>
          <p:nvPr/>
        </p:nvSpPr>
        <p:spPr>
          <a:xfrm>
            <a:off x="9379582" y="4865189"/>
            <a:ext cx="4905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 smtClean="0"/>
              <a:t>t4</a:t>
            </a:r>
            <a:endParaRPr lang="en-US" sz="1400" i="1" dirty="0"/>
          </a:p>
        </p:txBody>
      </p:sp>
      <p:sp>
        <p:nvSpPr>
          <p:cNvPr id="81" name="TextBox 80"/>
          <p:cNvSpPr txBox="1"/>
          <p:nvPr/>
        </p:nvSpPr>
        <p:spPr>
          <a:xfrm>
            <a:off x="6498489" y="5490951"/>
            <a:ext cx="4905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 smtClean="0"/>
              <a:t>t5</a:t>
            </a:r>
            <a:endParaRPr lang="en-US" sz="1400" i="1" dirty="0"/>
          </a:p>
        </p:txBody>
      </p:sp>
      <p:sp>
        <p:nvSpPr>
          <p:cNvPr id="82" name="TextBox 81"/>
          <p:cNvSpPr txBox="1"/>
          <p:nvPr/>
        </p:nvSpPr>
        <p:spPr>
          <a:xfrm>
            <a:off x="11037574" y="5515564"/>
            <a:ext cx="4905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 smtClean="0"/>
              <a:t>t5</a:t>
            </a:r>
            <a:endParaRPr lang="en-US" sz="1400" i="1" dirty="0"/>
          </a:p>
        </p:txBody>
      </p:sp>
      <p:sp>
        <p:nvSpPr>
          <p:cNvPr id="83" name="TextBox 82"/>
          <p:cNvSpPr txBox="1"/>
          <p:nvPr/>
        </p:nvSpPr>
        <p:spPr>
          <a:xfrm>
            <a:off x="8290289" y="5982785"/>
            <a:ext cx="4905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 smtClean="0"/>
              <a:t>t6</a:t>
            </a:r>
            <a:endParaRPr lang="en-US" sz="1400" i="1" dirty="0"/>
          </a:p>
        </p:txBody>
      </p:sp>
      <p:sp>
        <p:nvSpPr>
          <p:cNvPr id="84" name="TextBox 83"/>
          <p:cNvSpPr txBox="1"/>
          <p:nvPr/>
        </p:nvSpPr>
        <p:spPr>
          <a:xfrm>
            <a:off x="9493723" y="-168804"/>
            <a:ext cx="1040765" cy="4414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 smtClean="0"/>
              <a:t>Interface</a:t>
            </a:r>
            <a:endParaRPr lang="en-US" i="1" dirty="0"/>
          </a:p>
        </p:txBody>
      </p:sp>
      <p:sp>
        <p:nvSpPr>
          <p:cNvPr id="85" name="TextBox 84"/>
          <p:cNvSpPr txBox="1"/>
          <p:nvPr/>
        </p:nvSpPr>
        <p:spPr>
          <a:xfrm>
            <a:off x="10652304" y="-199131"/>
            <a:ext cx="10407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 smtClean="0"/>
              <a:t>R.I.</a:t>
            </a:r>
            <a:endParaRPr lang="en-US" i="1" dirty="0"/>
          </a:p>
        </p:txBody>
      </p:sp>
      <p:sp>
        <p:nvSpPr>
          <p:cNvPr id="86" name="TextBox 85"/>
          <p:cNvSpPr txBox="1"/>
          <p:nvPr/>
        </p:nvSpPr>
        <p:spPr>
          <a:xfrm>
            <a:off x="7373257" y="1573213"/>
            <a:ext cx="10407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 smtClean="0"/>
              <a:t>Other</a:t>
            </a:r>
            <a:endParaRPr lang="en-US" i="1" dirty="0"/>
          </a:p>
        </p:txBody>
      </p:sp>
      <p:sp>
        <p:nvSpPr>
          <p:cNvPr id="87" name="TextBox 86"/>
          <p:cNvSpPr txBox="1"/>
          <p:nvPr/>
        </p:nvSpPr>
        <p:spPr>
          <a:xfrm>
            <a:off x="1155032" y="480344"/>
            <a:ext cx="320521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These are more specialized. I don’t know if you can do these or not, but if possible, I’d like to see them.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26536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208</Words>
  <Application>Microsoft Office PowerPoint</Application>
  <PresentationFormat>Widescreen</PresentationFormat>
  <Paragraphs>97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HPES NMCI NGEN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Dillon, Brian  (V52) CIV USN NAVSURFWARCEN DAH VA (USA)</dc:creator>
  <cp:lastModifiedBy>Dillon, Brian  (V52) CIV USN NAVSURFWARCEN DAH VA (USA)</cp:lastModifiedBy>
  <cp:revision>5</cp:revision>
  <dcterms:created xsi:type="dcterms:W3CDTF">2020-04-17T13:46:15Z</dcterms:created>
  <dcterms:modified xsi:type="dcterms:W3CDTF">2020-11-17T22:00:15Z</dcterms:modified>
</cp:coreProperties>
</file>
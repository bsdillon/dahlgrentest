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21D82-4C67-4B1B-A056-BD108A27DC40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37D8-BE18-44DA-AC6D-6BE6A9A2C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21D82-4C67-4B1B-A056-BD108A27DC40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37D8-BE18-44DA-AC6D-6BE6A9A2C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1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21D82-4C67-4B1B-A056-BD108A27DC40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37D8-BE18-44DA-AC6D-6BE6A9A2C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75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21D82-4C67-4B1B-A056-BD108A27DC40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37D8-BE18-44DA-AC6D-6BE6A9A2C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95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21D82-4C67-4B1B-A056-BD108A27DC40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37D8-BE18-44DA-AC6D-6BE6A9A2C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76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21D82-4C67-4B1B-A056-BD108A27DC40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37D8-BE18-44DA-AC6D-6BE6A9A2C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5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21D82-4C67-4B1B-A056-BD108A27DC40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37D8-BE18-44DA-AC6D-6BE6A9A2C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50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21D82-4C67-4B1B-A056-BD108A27DC40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37D8-BE18-44DA-AC6D-6BE6A9A2C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8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21D82-4C67-4B1B-A056-BD108A27DC40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37D8-BE18-44DA-AC6D-6BE6A9A2C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83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21D82-4C67-4B1B-A056-BD108A27DC40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37D8-BE18-44DA-AC6D-6BE6A9A2C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05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21D82-4C67-4B1B-A056-BD108A27DC40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37D8-BE18-44DA-AC6D-6BE6A9A2C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21D82-4C67-4B1B-A056-BD108A27DC40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437D8-BE18-44DA-AC6D-6BE6A9A2C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91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7791415" y="179183"/>
            <a:ext cx="4033535" cy="3227749"/>
            <a:chOff x="7955494" y="268675"/>
            <a:chExt cx="4033535" cy="322774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955494" y="344115"/>
              <a:ext cx="4033535" cy="3152309"/>
            </a:xfrm>
            <a:prstGeom prst="rect">
              <a:avLst/>
            </a:prstGeom>
          </p:spPr>
        </p:pic>
        <p:sp>
          <p:nvSpPr>
            <p:cNvPr id="8" name="Oval 7"/>
            <p:cNvSpPr/>
            <p:nvPr/>
          </p:nvSpPr>
          <p:spPr>
            <a:xfrm>
              <a:off x="8893469" y="268675"/>
              <a:ext cx="1424609" cy="28804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Arrow Connector 11"/>
          <p:cNvCxnSpPr>
            <a:stCxn id="7" idx="6"/>
            <a:endCxn id="8" idx="2"/>
          </p:cNvCxnSpPr>
          <p:nvPr/>
        </p:nvCxnSpPr>
        <p:spPr>
          <a:xfrm flipV="1">
            <a:off x="3193003" y="323206"/>
            <a:ext cx="5536387" cy="4222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4" idx="6"/>
            <a:endCxn id="15" idx="2"/>
          </p:cNvCxnSpPr>
          <p:nvPr/>
        </p:nvCxnSpPr>
        <p:spPr>
          <a:xfrm>
            <a:off x="2683797" y="2892487"/>
            <a:ext cx="301254" cy="20180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20" idx="2"/>
            <a:endCxn id="21" idx="4"/>
          </p:cNvCxnSpPr>
          <p:nvPr/>
        </p:nvCxnSpPr>
        <p:spPr>
          <a:xfrm flipH="1" flipV="1">
            <a:off x="1102582" y="392360"/>
            <a:ext cx="3333447" cy="45600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1959547" y="4781311"/>
            <a:ext cx="7162779" cy="2087676"/>
            <a:chOff x="4293714" y="4569386"/>
            <a:chExt cx="7162779" cy="2087676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293714" y="4633788"/>
              <a:ext cx="7162779" cy="2023274"/>
            </a:xfrm>
            <a:prstGeom prst="rect">
              <a:avLst/>
            </a:prstGeom>
          </p:spPr>
        </p:pic>
        <p:sp>
          <p:nvSpPr>
            <p:cNvPr id="15" name="Oval 14"/>
            <p:cNvSpPr/>
            <p:nvPr/>
          </p:nvSpPr>
          <p:spPr>
            <a:xfrm>
              <a:off x="5319218" y="4569386"/>
              <a:ext cx="724250" cy="25841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6770196" y="4611296"/>
              <a:ext cx="724250" cy="25841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3455" y="133942"/>
            <a:ext cx="8830014" cy="4693862"/>
            <a:chOff x="63455" y="133942"/>
            <a:chExt cx="8830014" cy="4693862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3455" y="179183"/>
              <a:ext cx="8830014" cy="4648621"/>
            </a:xfrm>
            <a:prstGeom prst="rect">
              <a:avLst/>
            </a:prstGeom>
          </p:spPr>
        </p:pic>
        <p:sp>
          <p:nvSpPr>
            <p:cNvPr id="7" name="Oval 6"/>
            <p:cNvSpPr/>
            <p:nvPr/>
          </p:nvSpPr>
          <p:spPr>
            <a:xfrm>
              <a:off x="1781646" y="573459"/>
              <a:ext cx="1411357" cy="343955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1959547" y="2763278"/>
              <a:ext cx="724250" cy="25841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40457" y="133942"/>
              <a:ext cx="724250" cy="25841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353339" y="2295939"/>
            <a:ext cx="2802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/>
              <a:t>Sample.xpdl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582910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361" y="5025430"/>
            <a:ext cx="5677192" cy="16574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455" y="179183"/>
            <a:ext cx="8830014" cy="464862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480930" y="4084982"/>
            <a:ext cx="3140765" cy="298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220" y="257653"/>
            <a:ext cx="1441524" cy="28639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13141" y="3319276"/>
            <a:ext cx="1067841" cy="369332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EE FF DA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7104602" y="3909758"/>
            <a:ext cx="1772880" cy="298174"/>
          </a:xfrm>
          <a:prstGeom prst="round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9460220" y="2203603"/>
            <a:ext cx="816841" cy="758258"/>
          </a:xfrm>
          <a:prstGeom prst="round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0365316" y="1540564"/>
            <a:ext cx="466855" cy="298174"/>
          </a:xfrm>
          <a:prstGeom prst="round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9965543" y="396935"/>
            <a:ext cx="318868" cy="246425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Elbow Connector 17"/>
          <p:cNvCxnSpPr>
            <a:stCxn id="13" idx="0"/>
            <a:endCxn id="12" idx="1"/>
          </p:cNvCxnSpPr>
          <p:nvPr/>
        </p:nvCxnSpPr>
        <p:spPr>
          <a:xfrm rot="5400000" flipH="1" flipV="1">
            <a:off x="8349183" y="3145801"/>
            <a:ext cx="405816" cy="112209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3" idx="0"/>
            <a:endCxn id="14" idx="1"/>
          </p:cNvCxnSpPr>
          <p:nvPr/>
        </p:nvCxnSpPr>
        <p:spPr>
          <a:xfrm rot="5400000" flipH="1" flipV="1">
            <a:off x="8062118" y="2511656"/>
            <a:ext cx="1327026" cy="146917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13" idx="0"/>
            <a:endCxn id="15" idx="1"/>
          </p:cNvCxnSpPr>
          <p:nvPr/>
        </p:nvCxnSpPr>
        <p:spPr>
          <a:xfrm rot="5400000" flipH="1" flipV="1">
            <a:off x="8068126" y="1612568"/>
            <a:ext cx="2220107" cy="237427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13" idx="0"/>
            <a:endCxn id="16" idx="1"/>
          </p:cNvCxnSpPr>
          <p:nvPr/>
        </p:nvCxnSpPr>
        <p:spPr>
          <a:xfrm rot="5400000" flipH="1" flipV="1">
            <a:off x="7283487" y="1227703"/>
            <a:ext cx="3389610" cy="197450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102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33" y="3607247"/>
            <a:ext cx="8623743" cy="15812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29379" y="4081577"/>
            <a:ext cx="2595674" cy="2710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150" y="4834373"/>
            <a:ext cx="7753748" cy="1739989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5954233" y="4954772"/>
            <a:ext cx="10632" cy="148855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422909" y="6039293"/>
            <a:ext cx="742176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591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4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HPES NMCI 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Dillon, Brian  (V52) CIV USN NAVSURFWARCEN DAH VA (USA)</dc:creator>
  <cp:lastModifiedBy>Dillon, Brian  (V52) CIV USN NAVSURFWARCEN DAH VA (USA)</cp:lastModifiedBy>
  <cp:revision>8</cp:revision>
  <dcterms:created xsi:type="dcterms:W3CDTF">2020-04-10T18:35:15Z</dcterms:created>
  <dcterms:modified xsi:type="dcterms:W3CDTF">2020-04-16T17:19:41Z</dcterms:modified>
</cp:coreProperties>
</file>
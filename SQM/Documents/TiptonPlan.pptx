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57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5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9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1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4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0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1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5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1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8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2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55420-9B44-4705-A279-C9ABF87C0B27}" type="datetimeFigureOut">
              <a:rPr lang="en-US" smtClean="0"/>
              <a:t>4/23/2021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91201-D6CA-4BFE-B74F-1CD8AE959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1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SQM and </a:t>
            </a:r>
            <a:br>
              <a:rPr lang="en-US" dirty="0" smtClean="0"/>
            </a:br>
            <a:r>
              <a:rPr lang="en-US" dirty="0" smtClean="0"/>
              <a:t>Plans for Summer Faculty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6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31" y="511451"/>
            <a:ext cx="6877050" cy="2038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53131" y="511451"/>
            <a:ext cx="4112382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" dirty="0" smtClean="0"/>
              <a:t> 3declaration(-1):             4functionDefinition(-1):                5declSpecifierSeq(-1):                   6declSpecifier(-1):                      7storageClassSpecifier(44:0-5): static                  6declSpecifier(-1):                      7typeSpecifier(-1):                         8trailingTypeSpecifier(-1):                            9simpleTypeSpecifier(44:7-10): bool               5declarator(-1):                   6pointerDeclarator(-1):                      7noPointerDeclarator(-1):                         8noPointerDeclarator(-1):                            9declaratorid(-1):                               0idExpression(-1):                                  1unqualifiedId(44:12-31): </a:t>
            </a:r>
            <a:r>
              <a:rPr lang="en-US" sz="300" dirty="0" err="1" smtClean="0"/>
              <a:t>blBmpCheckHeaderSize</a:t>
            </a:r>
            <a:r>
              <a:rPr lang="en-US" sz="300" dirty="0" smtClean="0"/>
              <a:t>                        8parametersAndQualifiers(44:32-52): ( )                           9parameterDeclarationClause(-1):                               0parameterDeclarationList(-1):                                  1parameterDeclaration(-1):                                     2declSpecifierSeq(-1):                                        3declSpecifier(-1):                                           4typeSpecifier(-1):                                              5trailingTypeSpecifier(-1):                                                 6simpleTypeSpecifier(-1):                                                    7theTypeName(-1):                                                       8className(44:33-40): uint32_t                                       3declSpecifier(-1):                                           4typeSpecifier(-1):                                              5trailingTypeSpecifier(-1):                                                 6simpleTypeSpecifier(-1):                                                    7theTypeName(-1):                                                       8className(44:42-51):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9exceptionSpecification(-1):                               0noeExceptSpecification(44:54-61): </a:t>
            </a:r>
            <a:r>
              <a:rPr lang="en-US" sz="300" dirty="0" err="1" smtClean="0"/>
              <a:t>noexcept</a:t>
            </a:r>
            <a:r>
              <a:rPr lang="en-US" sz="300" dirty="0" smtClean="0"/>
              <a:t>               5functionBody(-1):                   6compoundStatement(44-51): { }                     7statementSeq(-1):                         8statement(-1):                            9jumpStatement(45-50): return ;                              0expression(-1):                                  1assignmentExpression(-1):                                     2conditionalExpression(-1):                                        3logicalOrExpression(45-49): || || || || ||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8equalityExpression(45:20-21):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9unqualifiedId(45:9-18):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9unqualifiedId(45:23-47): BL_BMP_HEADER_SIZE_OS2_V1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8equalityExpression(46:20-21):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9unqualifiedId(46:9-18):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9unqualifiedId(46:23-47): BL_BMP_HEADER_SIZE_WIN_V1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8equalityExpression(47:20-21):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9unqualifiedId(47:9-18):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9unqualifiedId(47:23-47): BL_BMP_HEADER_SIZE_WIN_V2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8equalityExpression(48:20-21):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9unqualifiedId(48:9-18):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9unqualifiedId(48:23-47): BL_BMP_HEADER_SIZE_WIN_V3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8equalityExpression(49:20-21):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9unqualifiedId(49:9-18):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9unqualifiedId(49:23-47): BL_BMP_HEADER_SIZE_WIN_V4                                          4logicalAndExpression(-1):                                              5inclusiveOrExpression(-1):                                                 6exclusiveOrExpression(-1):                                                    7andExpression(-1):                                                       8equalityExpression(50:20-21): ==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9unqualifiedId(50:9-18): </a:t>
            </a:r>
            <a:r>
              <a:rPr lang="en-US" sz="300" dirty="0" err="1" smtClean="0"/>
              <a:t>headerSize</a:t>
            </a:r>
            <a:r>
              <a:rPr lang="en-US" sz="300" dirty="0" smtClean="0"/>
              <a:t>                                                         9relationalExpression(-1):                                                             0shiftExpression(-1):                                                                1additiveExpression(-1):                                                                   2multiplicativeExpression(-1):                                                                      3pointerMemberExpression(-1):                                                                         4castExpression(-1):                                                                            5unaryExpression(-1):                                                                               6postfixExpression(-1):                                                                                  7primaryExpression(-1):                                                                                     8idExpression(-1):                                                                                        9unqualifiedId(50:23-47): BL_BMP_HEADER_SIZE_WIN_V5</a:t>
            </a:r>
            <a:endParaRPr lang="en-US" sz="3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4" y="2549801"/>
            <a:ext cx="4162425" cy="396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74636" y="3011558"/>
            <a:ext cx="2514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where SQM starts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what it produces.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791" y="3395041"/>
            <a:ext cx="3048000" cy="2935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6761" y="3011558"/>
            <a:ext cx="304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Which looks a lot like </a:t>
            </a:r>
            <a:r>
              <a:rPr lang="en-US" dirty="0" err="1" smtClean="0"/>
              <a:t>Ultron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0016" y="3610069"/>
            <a:ext cx="22383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0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655982"/>
            <a:ext cx="5048250" cy="3819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013" y="984595"/>
            <a:ext cx="3705225" cy="3162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48070" y="4701210"/>
            <a:ext cx="85973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are lots of mathematical theories about the way graphs are built, identifying ways that the graph may be decomposed.</a:t>
            </a:r>
          </a:p>
          <a:p>
            <a:endParaRPr lang="en-US" dirty="0"/>
          </a:p>
          <a:p>
            <a:r>
              <a:rPr lang="en-US" dirty="0" smtClean="0"/>
              <a:t>There are technique that use unusual methods like bubble tension values to further examine the structure of the graph.</a:t>
            </a:r>
          </a:p>
          <a:p>
            <a:endParaRPr lang="en-US" dirty="0"/>
          </a:p>
          <a:p>
            <a:r>
              <a:rPr lang="en-US" dirty="0" smtClean="0"/>
              <a:t>I want to know about those and use them where appropriate.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10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1" y="250649"/>
            <a:ext cx="4267200" cy="40767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911" y="250649"/>
            <a:ext cx="3749023" cy="299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134" y="3387418"/>
            <a:ext cx="3352800" cy="32289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086" y="411196"/>
            <a:ext cx="3171825" cy="26765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160" y="3740940"/>
            <a:ext cx="2733675" cy="2381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3506" y="4373220"/>
            <a:ext cx="4906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goal of SQM is to understand the code and I am working metrics that will be code specific, but the wild world of math seems to have some useful tools that just look at the graph.</a:t>
            </a:r>
          </a:p>
          <a:p>
            <a:endParaRPr lang="en-US" dirty="0"/>
          </a:p>
          <a:p>
            <a:r>
              <a:rPr lang="en-US" dirty="0" smtClean="0"/>
              <a:t>How might those tools apply to SQM?</a:t>
            </a:r>
          </a:p>
          <a:p>
            <a:r>
              <a:rPr lang="en-US" dirty="0" smtClean="0"/>
              <a:t>Could we use those tools to further our understanding of the code?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77" y="900621"/>
            <a:ext cx="3448050" cy="5048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5692" y="548403"/>
            <a:ext cx="5657850" cy="3705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8043" y="4552122"/>
            <a:ext cx="6112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Sometimes the completeness and complexity of the graph is a barrier to understanding, but in the detailed form it is quite elegant.</a:t>
            </a:r>
          </a:p>
          <a:p>
            <a:endParaRPr lang="en-US" dirty="0"/>
          </a:p>
          <a:p>
            <a:r>
              <a:rPr lang="en-US" dirty="0" smtClean="0"/>
              <a:t>Again, the mathematical tools might be used to identify areas of interest.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6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94" y="352010"/>
            <a:ext cx="5676900" cy="430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16" y="169733"/>
            <a:ext cx="4823303" cy="30994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235" y="3873959"/>
            <a:ext cx="2714625" cy="2162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354" y="4000750"/>
            <a:ext cx="2570021" cy="26829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5374" y="4820478"/>
            <a:ext cx="51584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Even simple structural hierarchies that exist in the code may have hidden information.</a:t>
            </a:r>
          </a:p>
          <a:p>
            <a:endParaRPr lang="en-US" dirty="0"/>
          </a:p>
          <a:p>
            <a:r>
              <a:rPr lang="en-US" dirty="0" smtClean="0"/>
              <a:t>From a graph perspective, what might this mean?</a:t>
            </a:r>
          </a:p>
          <a:p>
            <a:r>
              <a:rPr lang="en-US" dirty="0" smtClean="0"/>
              <a:t>Is there a graph-based knowledge point that would have significance in the world of code?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7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1019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SQM and  Plans for Summer Faculty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Dillon, Brian  (V52) CIV USN NAVSURFWARCEN DAH VA (USA)</dc:creator>
  <cp:lastModifiedBy>Dillon, Brian  (V52) CIV USN NAVSURFWARCEN DAH VA (USA)</cp:lastModifiedBy>
  <cp:revision>7</cp:revision>
  <dcterms:created xsi:type="dcterms:W3CDTF">2021-04-23T14:41:38Z</dcterms:created>
  <dcterms:modified xsi:type="dcterms:W3CDTF">2021-04-23T16:59:06Z</dcterms:modified>
</cp:coreProperties>
</file>